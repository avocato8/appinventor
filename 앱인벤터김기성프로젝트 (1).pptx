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modernComment_105_28E84C5E.xml" ContentType="application/vnd.ms-powerpoint.comments+xml"/>
  <Override PartName="/ppt/comments/modernComment_10C_BEE75CE7.xml" ContentType="application/vnd.ms-powerpoint.comments+xml"/>
  <Override PartName="/ppt/comments/modernComment_10E_86B6636D.xml" ContentType="application/vnd.ms-powerpoint.comments+xml"/>
  <Override PartName="/ppt/comments/modernComment_10F_9EEA0F5B.xml" ContentType="application/vnd.ms-powerpoint.comments+xml"/>
  <Override PartName="/ppt/comments/modernComment_110_EF663431.xml" ContentType="application/vnd.ms-powerpoint.comments+xml"/>
  <Override PartName="/ppt/comments/modernComment_111_FDB3821E.xml" ContentType="application/vnd.ms-powerpoint.comments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24" r:id="rId1"/>
  </p:sldMasterIdLst>
  <p:sldIdLst>
    <p:sldId id="256" r:id="rId2"/>
    <p:sldId id="258" r:id="rId3"/>
    <p:sldId id="265" r:id="rId4"/>
    <p:sldId id="266" r:id="rId5"/>
    <p:sldId id="259" r:id="rId6"/>
    <p:sldId id="267" r:id="rId7"/>
    <p:sldId id="263" r:id="rId8"/>
    <p:sldId id="261" r:id="rId9"/>
    <p:sldId id="269" r:id="rId10"/>
    <p:sldId id="262" r:id="rId11"/>
    <p:sldId id="268" r:id="rId12"/>
    <p:sldId id="270" r:id="rId13"/>
    <p:sldId id="271" r:id="rId14"/>
    <p:sldId id="272" r:id="rId15"/>
    <p:sldId id="273" r:id="rId16"/>
    <p:sldId id="274" r:id="rId17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E89760C-A7FE-E6EF-1731-373BC6E8C735}" name="Kim Gisung" initials="KG" userId="83534d959264c0fa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F384982-6339-4979-8831-414482911DE3}" v="6" dt="2023-07-13T10:56:28.762"/>
    <p1510:client id="{6CDF1308-C0EF-426B-B4B0-CED09EF29BA2}" v="1" dt="2023-07-14T02:35:03.675"/>
    <p1510:client id="{B12F7928-C95A-47D2-BCDB-D7D4E7C98AFE}" v="6" dt="2023-07-14T00:35:42.980"/>
    <p1510:client id="{F5DBF682-0842-4B88-987F-CB1A0328A01C}" v="34" dt="2023-07-14T00:07:50.7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0" d="100"/>
          <a:sy n="80" d="100"/>
        </p:scale>
        <p:origin x="1522" y="5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8/10/relationships/authors" Target="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im Gisung" userId="83534d959264c0fa" providerId="Windows Live" clId="Web-{B12F7928-C95A-47D2-BCDB-D7D4E7C98AFE}"/>
    <pc:docChg chg="modSld">
      <pc:chgData name="Kim Gisung" userId="83534d959264c0fa" providerId="Windows Live" clId="Web-{B12F7928-C95A-47D2-BCDB-D7D4E7C98AFE}" dt="2023-07-14T00:35:42.980" v="4" actId="1076"/>
      <pc:docMkLst>
        <pc:docMk/>
      </pc:docMkLst>
      <pc:sldChg chg="modSp">
        <pc:chgData name="Kim Gisung" userId="83534d959264c0fa" providerId="Windows Live" clId="Web-{B12F7928-C95A-47D2-BCDB-D7D4E7C98AFE}" dt="2023-07-14T00:11:16.009" v="2" actId="20577"/>
        <pc:sldMkLst>
          <pc:docMk/>
          <pc:sldMk cId="2632476763" sldId="256"/>
        </pc:sldMkLst>
        <pc:spChg chg="mod">
          <ac:chgData name="Kim Gisung" userId="83534d959264c0fa" providerId="Windows Live" clId="Web-{B12F7928-C95A-47D2-BCDB-D7D4E7C98AFE}" dt="2023-07-14T00:11:16.009" v="2" actId="20577"/>
          <ac:spMkLst>
            <pc:docMk/>
            <pc:sldMk cId="2632476763" sldId="256"/>
            <ac:spMk id="3" creationId="{00000000-0000-0000-0000-000000000000}"/>
          </ac:spMkLst>
        </pc:spChg>
      </pc:sldChg>
      <pc:sldChg chg="modSp">
        <pc:chgData name="Kim Gisung" userId="83534d959264c0fa" providerId="Windows Live" clId="Web-{B12F7928-C95A-47D2-BCDB-D7D4E7C98AFE}" dt="2023-07-14T00:35:42.980" v="4" actId="1076"/>
        <pc:sldMkLst>
          <pc:docMk/>
          <pc:sldMk cId="758050898" sldId="269"/>
        </pc:sldMkLst>
        <pc:spChg chg="mod">
          <ac:chgData name="Kim Gisung" userId="83534d959264c0fa" providerId="Windows Live" clId="Web-{B12F7928-C95A-47D2-BCDB-D7D4E7C98AFE}" dt="2023-07-14T00:35:42.980" v="4" actId="1076"/>
          <ac:spMkLst>
            <pc:docMk/>
            <pc:sldMk cId="758050898" sldId="269"/>
            <ac:spMk id="5" creationId="{6AB34AFB-4326-3047-C3EF-23AACC40130E}"/>
          </ac:spMkLst>
        </pc:spChg>
      </pc:sldChg>
      <pc:sldChg chg="modCm">
        <pc:chgData name="Kim Gisung" userId="83534d959264c0fa" providerId="Windows Live" clId="Web-{B12F7928-C95A-47D2-BCDB-D7D4E7C98AFE}" dt="2023-07-14T00:19:11.832" v="3"/>
        <pc:sldMkLst>
          <pc:docMk/>
          <pc:sldMk cId="4256399902" sldId="273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">
              <pc226:chgData name="Kim Gisung" userId="83534d959264c0fa" providerId="Windows Live" clId="Web-{B12F7928-C95A-47D2-BCDB-D7D4E7C98AFE}" dt="2023-07-14T00:19:11.832" v="3"/>
              <pc2:cmMkLst xmlns:pc2="http://schemas.microsoft.com/office/powerpoint/2019/9/main/command">
                <pc:docMk/>
                <pc:sldMk cId="4256399902" sldId="273"/>
                <pc2:cmMk id="{567D201A-7B8D-494E-8DBC-51338C5FC7A0}"/>
              </pc2:cmMkLst>
              <pc226:cmRplyChg chg="add">
                <pc226:chgData name="Kim Gisung" userId="83534d959264c0fa" providerId="Windows Live" clId="Web-{B12F7928-C95A-47D2-BCDB-D7D4E7C98AFE}" dt="2023-07-14T00:19:11.832" v="3"/>
                <pc2:cmRplyMkLst xmlns:pc2="http://schemas.microsoft.com/office/powerpoint/2019/9/main/command">
                  <pc:docMk/>
                  <pc:sldMk cId="4256399902" sldId="273"/>
                  <pc2:cmMk id="{567D201A-7B8D-494E-8DBC-51338C5FC7A0}"/>
                  <pc2:cmRplyMk id="{40A2CC2F-1342-4C1C-BE41-3DCE3BA1B58E}"/>
                </pc2:cmRplyMkLst>
              </pc226:cmRplyChg>
            </pc226:cmChg>
          </p:ext>
        </pc:extLst>
      </pc:sldChg>
    </pc:docChg>
  </pc:docChgLst>
  <pc:docChgLst>
    <pc:chgData name="Kim Gisung" userId="83534d959264c0fa" providerId="Windows Live" clId="Web-{3F384982-6339-4979-8831-414482911DE3}"/>
    <pc:docChg chg="modSld">
      <pc:chgData name="Kim Gisung" userId="83534d959264c0fa" providerId="Windows Live" clId="Web-{3F384982-6339-4979-8831-414482911DE3}" dt="2023-07-13T10:56:28.762" v="10" actId="20577"/>
      <pc:docMkLst>
        <pc:docMk/>
      </pc:docMkLst>
      <pc:sldChg chg="modSp">
        <pc:chgData name="Kim Gisung" userId="83534d959264c0fa" providerId="Windows Live" clId="Web-{3F384982-6339-4979-8831-414482911DE3}" dt="2023-07-13T10:56:28.762" v="10" actId="20577"/>
        <pc:sldMkLst>
          <pc:docMk/>
          <pc:sldMk cId="334677823" sldId="262"/>
        </pc:sldMkLst>
        <pc:spChg chg="mod">
          <ac:chgData name="Kim Gisung" userId="83534d959264c0fa" providerId="Windows Live" clId="Web-{3F384982-6339-4979-8831-414482911DE3}" dt="2023-07-13T10:56:28.762" v="10" actId="20577"/>
          <ac:spMkLst>
            <pc:docMk/>
            <pc:sldMk cId="334677823" sldId="262"/>
            <ac:spMk id="6" creationId="{00000000-0000-0000-0000-000000000000}"/>
          </ac:spMkLst>
        </pc:spChg>
      </pc:sldChg>
    </pc:docChg>
  </pc:docChgLst>
  <pc:docChgLst>
    <pc:chgData name="Kim Gisung" userId="83534d959264c0fa" providerId="Windows Live" clId="Web-{F5DBF682-0842-4B88-987F-CB1A0328A01C}"/>
    <pc:docChg chg="mod modSld">
      <pc:chgData name="Kim Gisung" userId="83534d959264c0fa" providerId="Windows Live" clId="Web-{F5DBF682-0842-4B88-987F-CB1A0328A01C}" dt="2023-07-14T00:07:50.768" v="32" actId="20577"/>
      <pc:docMkLst>
        <pc:docMk/>
      </pc:docMkLst>
      <pc:sldChg chg="modSp">
        <pc:chgData name="Kim Gisung" userId="83534d959264c0fa" providerId="Windows Live" clId="Web-{F5DBF682-0842-4B88-987F-CB1A0328A01C}" dt="2023-07-14T00:07:50.768" v="32" actId="20577"/>
        <pc:sldMkLst>
          <pc:docMk/>
          <pc:sldMk cId="2632476763" sldId="256"/>
        </pc:sldMkLst>
        <pc:spChg chg="mod">
          <ac:chgData name="Kim Gisung" userId="83534d959264c0fa" providerId="Windows Live" clId="Web-{F5DBF682-0842-4B88-987F-CB1A0328A01C}" dt="2023-07-14T00:07:50.768" v="32" actId="20577"/>
          <ac:spMkLst>
            <pc:docMk/>
            <pc:sldMk cId="2632476763" sldId="256"/>
            <ac:spMk id="2" creationId="{00000000-0000-0000-0000-000000000000}"/>
          </ac:spMkLst>
        </pc:spChg>
      </pc:sldChg>
      <pc:sldChg chg="addCm">
        <pc:chgData name="Kim Gisung" userId="83534d959264c0fa" providerId="Windows Live" clId="Web-{F5DBF682-0842-4B88-987F-CB1A0328A01C}" dt="2023-07-14T00:05:15.733" v="23"/>
        <pc:sldMkLst>
          <pc:docMk/>
          <pc:sldMk cId="686312542" sldId="261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Kim Gisung" userId="83534d959264c0fa" providerId="Windows Live" clId="Web-{F5DBF682-0842-4B88-987F-CB1A0328A01C}" dt="2023-07-14T00:05:15.733" v="23"/>
              <pc2:cmMkLst xmlns:pc2="http://schemas.microsoft.com/office/powerpoint/2019/9/main/command">
                <pc:docMk/>
                <pc:sldMk cId="686312542" sldId="261"/>
                <pc2:cmMk id="{2F65713F-E580-4EAE-BA6A-5223B978CFA9}"/>
              </pc2:cmMkLst>
            </pc226:cmChg>
          </p:ext>
        </pc:extLst>
      </pc:sldChg>
      <pc:sldChg chg="addCm">
        <pc:chgData name="Kim Gisung" userId="83534d959264c0fa" providerId="Windows Live" clId="Web-{F5DBF682-0842-4B88-987F-CB1A0328A01C}" dt="2023-07-13T23:59:18.973" v="17"/>
        <pc:sldMkLst>
          <pc:docMk/>
          <pc:sldMk cId="3202833639" sldId="268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Kim Gisung" userId="83534d959264c0fa" providerId="Windows Live" clId="Web-{F5DBF682-0842-4B88-987F-CB1A0328A01C}" dt="2023-07-13T23:59:18.973" v="17"/>
              <pc2:cmMkLst xmlns:pc2="http://schemas.microsoft.com/office/powerpoint/2019/9/main/command">
                <pc:docMk/>
                <pc:sldMk cId="3202833639" sldId="268"/>
                <pc2:cmMk id="{41D2AF06-7F91-450A-B301-04E0F251844D}"/>
              </pc2:cmMkLst>
            </pc226:cmChg>
          </p:ext>
        </pc:extLst>
      </pc:sldChg>
      <pc:sldChg chg="addCm">
        <pc:chgData name="Kim Gisung" userId="83534d959264c0fa" providerId="Windows Live" clId="Web-{F5DBF682-0842-4B88-987F-CB1A0328A01C}" dt="2023-07-14T00:00:02.084" v="18"/>
        <pc:sldMkLst>
          <pc:docMk/>
          <pc:sldMk cId="2260099949" sldId="270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Kim Gisung" userId="83534d959264c0fa" providerId="Windows Live" clId="Web-{F5DBF682-0842-4B88-987F-CB1A0328A01C}" dt="2023-07-14T00:00:02.084" v="18"/>
              <pc2:cmMkLst xmlns:pc2="http://schemas.microsoft.com/office/powerpoint/2019/9/main/command">
                <pc:docMk/>
                <pc:sldMk cId="2260099949" sldId="270"/>
                <pc2:cmMk id="{84998998-F464-45FC-95C7-9430F1B75D25}"/>
              </pc2:cmMkLst>
            </pc226:cmChg>
          </p:ext>
        </pc:extLst>
      </pc:sldChg>
      <pc:sldChg chg="addCm">
        <pc:chgData name="Kim Gisung" userId="83534d959264c0fa" providerId="Windows Live" clId="Web-{F5DBF682-0842-4B88-987F-CB1A0328A01C}" dt="2023-07-14T00:01:09.820" v="19"/>
        <pc:sldMkLst>
          <pc:docMk/>
          <pc:sldMk cId="2666139483" sldId="271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Kim Gisung" userId="83534d959264c0fa" providerId="Windows Live" clId="Web-{F5DBF682-0842-4B88-987F-CB1A0328A01C}" dt="2023-07-14T00:01:09.820" v="19"/>
              <pc2:cmMkLst xmlns:pc2="http://schemas.microsoft.com/office/powerpoint/2019/9/main/command">
                <pc:docMk/>
                <pc:sldMk cId="2666139483" sldId="271"/>
                <pc2:cmMk id="{423EE13F-5F7A-4464-B275-D21856E6964B}"/>
              </pc2:cmMkLst>
            </pc226:cmChg>
          </p:ext>
        </pc:extLst>
      </pc:sldChg>
      <pc:sldChg chg="modSp addCm">
        <pc:chgData name="Kim Gisung" userId="83534d959264c0fa" providerId="Windows Live" clId="Web-{F5DBF682-0842-4B88-987F-CB1A0328A01C}" dt="2023-07-14T00:02:53.010" v="21"/>
        <pc:sldMkLst>
          <pc:docMk/>
          <pc:sldMk cId="4016452657" sldId="272"/>
        </pc:sldMkLst>
        <pc:picChg chg="mod">
          <ac:chgData name="Kim Gisung" userId="83534d959264c0fa" providerId="Windows Live" clId="Web-{F5DBF682-0842-4B88-987F-CB1A0328A01C}" dt="2023-07-14T00:01:22.617" v="20" actId="14100"/>
          <ac:picMkLst>
            <pc:docMk/>
            <pc:sldMk cId="4016452657" sldId="272"/>
            <ac:picMk id="3" creationId="{00000000-0000-0000-0000-000000000000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Kim Gisung" userId="83534d959264c0fa" providerId="Windows Live" clId="Web-{F5DBF682-0842-4B88-987F-CB1A0328A01C}" dt="2023-07-14T00:02:53.010" v="21"/>
              <pc2:cmMkLst xmlns:pc2="http://schemas.microsoft.com/office/powerpoint/2019/9/main/command">
                <pc:docMk/>
                <pc:sldMk cId="4016452657" sldId="272"/>
                <pc2:cmMk id="{B52B0DC7-6924-4D68-94B9-3EF9CB9E7C70}"/>
              </pc2:cmMkLst>
            </pc226:cmChg>
          </p:ext>
        </pc:extLst>
      </pc:sldChg>
      <pc:sldChg chg="addCm">
        <pc:chgData name="Kim Gisung" userId="83534d959264c0fa" providerId="Windows Live" clId="Web-{F5DBF682-0842-4B88-987F-CB1A0328A01C}" dt="2023-07-14T00:04:14.622" v="22"/>
        <pc:sldMkLst>
          <pc:docMk/>
          <pc:sldMk cId="4256399902" sldId="273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Kim Gisung" userId="83534d959264c0fa" providerId="Windows Live" clId="Web-{F5DBF682-0842-4B88-987F-CB1A0328A01C}" dt="2023-07-14T00:04:14.622" v="22"/>
              <pc2:cmMkLst xmlns:pc2="http://schemas.microsoft.com/office/powerpoint/2019/9/main/command">
                <pc:docMk/>
                <pc:sldMk cId="4256399902" sldId="273"/>
                <pc2:cmMk id="{567D201A-7B8D-494E-8DBC-51338C5FC7A0}"/>
              </pc2:cmMkLst>
            </pc226:cmChg>
          </p:ext>
        </pc:extLst>
      </pc:sldChg>
    </pc:docChg>
  </pc:docChgLst>
  <pc:docChgLst>
    <pc:chgData name="Kim Gisung" userId="83534d959264c0fa" providerId="Windows Live" clId="Web-{6CDF1308-C0EF-426B-B4B0-CED09EF29BA2}"/>
    <pc:docChg chg="">
      <pc:chgData name="Kim Gisung" userId="83534d959264c0fa" providerId="Windows Live" clId="Web-{6CDF1308-C0EF-426B-B4B0-CED09EF29BA2}" dt="2023-07-14T02:35:03.675" v="0"/>
      <pc:docMkLst>
        <pc:docMk/>
      </pc:docMkLst>
      <pc:sldChg chg="modCm">
        <pc:chgData name="Kim Gisung" userId="83534d959264c0fa" providerId="Windows Live" clId="Web-{6CDF1308-C0EF-426B-B4B0-CED09EF29BA2}" dt="2023-07-14T02:35:03.675" v="0"/>
        <pc:sldMkLst>
          <pc:docMk/>
          <pc:sldMk cId="4256399902" sldId="273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">
              <pc226:chgData name="Kim Gisung" userId="83534d959264c0fa" providerId="Windows Live" clId="Web-{6CDF1308-C0EF-426B-B4B0-CED09EF29BA2}" dt="2023-07-14T02:35:03.675" v="0"/>
              <pc2:cmMkLst xmlns:pc2="http://schemas.microsoft.com/office/powerpoint/2019/9/main/command">
                <pc:docMk/>
                <pc:sldMk cId="4256399902" sldId="273"/>
                <pc2:cmMk id="{567D201A-7B8D-494E-8DBC-51338C5FC7A0}"/>
              </pc2:cmMkLst>
              <pc226:cmRplyChg chg="del">
                <pc226:chgData name="Kim Gisung" userId="83534d959264c0fa" providerId="Windows Live" clId="Web-{6CDF1308-C0EF-426B-B4B0-CED09EF29BA2}" dt="2023-07-14T02:35:03.675" v="0"/>
                <pc2:cmRplyMkLst xmlns:pc2="http://schemas.microsoft.com/office/powerpoint/2019/9/main/command">
                  <pc:docMk/>
                  <pc:sldMk cId="4256399902" sldId="273"/>
                  <pc2:cmMk id="{567D201A-7B8D-494E-8DBC-51338C5FC7A0}"/>
                  <pc2:cmRplyMk id="{40A2CC2F-1342-4C1C-BE41-3DCE3BA1B58E}"/>
                </pc2:cmRplyMkLst>
              </pc226:cmRplyChg>
            </pc226:cmChg>
          </p:ext>
        </pc:extLst>
      </pc:sldChg>
    </pc:docChg>
  </pc:docChgLst>
</pc:chgInfo>
</file>

<file path=ppt/comments/modernComment_10C_BEE75CE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1D2AF06-7F91-450A-B301-04E0F251844D}" authorId="{CE89760C-A7FE-E6EF-1731-373BC6E8C735}" created="2023-07-13T23:59:18.973">
    <pc:sldMkLst xmlns:pc="http://schemas.microsoft.com/office/powerpoint/2013/main/command">
      <pc:docMk/>
      <pc:sldMk cId="3202833639" sldId="268"/>
    </pc:sldMkLst>
    <p188:txBody>
      <a:bodyPr/>
      <a:lstStyle/>
      <a:p>
        <a:r>
          <a:rPr lang="ko-KR" altLang="en-US"/>
          <a:t>스크린2가 초기화되었을때 타이니db로부터 값을 가져와 보여주고, A부터z까지 랜덤하게 위치합니다.</a:t>
        </a:r>
      </a:p>
    </p188:txBody>
  </p188:cm>
</p188:cmLst>
</file>

<file path=ppt/comments/modernComment_10E_86B6636D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4998998-F464-45FC-95C7-9430F1B75D25}" authorId="{CE89760C-A7FE-E6EF-1731-373BC6E8C735}" created="2023-07-14T00:00:02.084">
    <pc:sldMkLst xmlns:pc="http://schemas.microsoft.com/office/powerpoint/2013/main/command">
      <pc:docMk/>
      <pc:sldMk cId="2260099949" sldId="270"/>
    </pc:sldMkLst>
    <p188:txBody>
      <a:bodyPr/>
      <a:lstStyle/>
      <a:p>
        <a:r>
          <a:rPr lang="ko-KR" altLang="en-US"/>
          <a:t>타이머를 사용하여 a부터z까지 위치가 랜덤하게 움직이게 하였습니다.</a:t>
        </a:r>
      </a:p>
    </p188:txBody>
  </p188:cm>
</p188:cmLst>
</file>

<file path=ppt/comments/modernComment_10F_9EEA0F5B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23EE13F-5F7A-4464-B275-D21856E6964B}" authorId="{CE89760C-A7FE-E6EF-1731-373BC6E8C735}" created="2023-07-14T00:01:09.820">
    <pc:sldMkLst xmlns:pc="http://schemas.microsoft.com/office/powerpoint/2013/main/command">
      <pc:docMk/>
      <pc:sldMk cId="2666139483" sldId="271"/>
    </pc:sldMkLst>
    <p188:txBody>
      <a:bodyPr/>
      <a:lstStyle/>
      <a:p>
        <a:r>
          <a:rPr lang="ko-KR" altLang="en-US"/>
          <a:t>a부터 z까지 영문자 하나를 눌렀을 때 레이블2에 나타나게끔 했습니다.</a:t>
        </a:r>
      </a:p>
    </p188:txBody>
  </p188:cm>
</p188:cmLst>
</file>

<file path=ppt/comments/modernComment_105_28E84C5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F65713F-E580-4EAE-BA6A-5223B978CFA9}" authorId="{CE89760C-A7FE-E6EF-1731-373BC6E8C735}" created="2023-07-14T00:05:15.733">
    <pc:sldMkLst xmlns:pc="http://schemas.microsoft.com/office/powerpoint/2013/main/command">
      <pc:docMk/>
      <pc:sldMk cId="686312542" sldId="261"/>
    </pc:sldMkLst>
    <p188:txBody>
      <a:bodyPr/>
      <a:lstStyle/>
      <a:p>
        <a:r>
          <a:rPr lang="ko-KR" altLang="en-US"/>
          <a:t>스크린3가 초기화되었을 때 타이니db에 있는 값을 불러오도록 했습니다.</a:t>
        </a:r>
      </a:p>
    </p188:txBody>
  </p188:cm>
</p188:cmLst>
</file>

<file path=ppt/comments/modernComment_110_EF66343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52B0DC7-6924-4D68-94B9-3EF9CB9E7C70}" authorId="{CE89760C-A7FE-E6EF-1731-373BC6E8C735}" created="2023-07-14T00:02:53.010">
    <pc:sldMkLst xmlns:pc="http://schemas.microsoft.com/office/powerpoint/2013/main/command">
      <pc:docMk/>
      <pc:sldMk cId="4016452657" sldId="272"/>
    </pc:sldMkLst>
    <p188:txBody>
      <a:bodyPr/>
      <a:lstStyle/>
      <a:p>
        <a:r>
          <a:rPr lang="ko-KR" altLang="en-US"/>
          <a:t>채점을 눌렀을 때 두 단어를 비교하여 동일한 경우 '정답입니다.' 메시지가 뜨도록 했습니다.</a:t>
        </a:r>
      </a:p>
    </p188:txBody>
  </p188:cm>
</p188:cmLst>
</file>

<file path=ppt/comments/modernComment_111_FDB3821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67D201A-7B8D-494E-8DBC-51338C5FC7A0}" authorId="{CE89760C-A7FE-E6EF-1731-373BC6E8C735}" created="2023-07-14T00:04:14.622">
    <pc:sldMkLst xmlns:pc="http://schemas.microsoft.com/office/powerpoint/2013/main/command">
      <pc:docMk/>
      <pc:sldMk cId="4256399902" sldId="273"/>
    </pc:sldMkLst>
    <p188:replyLst/>
    <p188:txBody>
      <a:bodyPr/>
      <a:lstStyle/>
      <a:p>
        <a:r>
          <a:rPr lang="ko-KR" altLang="en-US"/>
          <a:t>틀렸을 경우 생명이 하나 차감되면서 틀렸습니다 메시지가 나오도록했습니다. 그리고 생명이 다 차감됐을 경우 게임오버가 뜨면서 기본스크린이 뜨도록 했습니다.</a:t>
        </a:r>
      </a:p>
    </p188:txBody>
  </p188:cm>
</p188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228600"/>
            <a:ext cx="7772400" cy="4571999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8800" spc="-80" baseline="0">
                <a:solidFill>
                  <a:schemeClr val="tx1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4800600"/>
            <a:ext cx="6858000" cy="914400"/>
          </a:xfrm>
        </p:spPr>
        <p:txBody>
          <a:bodyPr/>
          <a:lstStyle>
            <a:lvl1pPr marL="0" indent="0" algn="l">
              <a:buNone/>
              <a:defRPr b="0" cap="all" spc="12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54976-AD44-45FD-ADE2-B1957ED5AD86}" type="datetimeFigureOut">
              <a:rPr lang="ko-KR" altLang="en-US" smtClean="0"/>
              <a:t>2023-07-13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Rectangle 8"/>
          <p:cNvSpPr/>
          <p:nvPr/>
        </p:nvSpPr>
        <p:spPr>
          <a:xfrm>
            <a:off x="9001124" y="4846320"/>
            <a:ext cx="142876" cy="20116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9001124" y="0"/>
            <a:ext cx="142876" cy="48463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F3AF0FC-A43F-4497-932E-A16C569F6F96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54976-AD44-45FD-ADE2-B1957ED5AD86}" type="datetimeFigureOut">
              <a:rPr lang="ko-KR" altLang="en-US" smtClean="0"/>
              <a:t>2023-07-13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AF0FC-A43F-4497-932E-A16C569F6F96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47800"/>
            <a:ext cx="7772400" cy="4321175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8800" b="0" cap="all" spc="-80" baseline="0">
                <a:solidFill>
                  <a:schemeClr val="tx1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28601"/>
            <a:ext cx="7772400" cy="1066800"/>
          </a:xfrm>
        </p:spPr>
        <p:txBody>
          <a:bodyPr anchor="b"/>
          <a:lstStyle>
            <a:lvl1pPr marL="0" indent="0">
              <a:buNone/>
              <a:defRPr sz="2000" b="0" cap="all" spc="12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54976-AD44-45FD-ADE2-B1957ED5AD86}" type="datetimeFigureOut">
              <a:rPr lang="ko-KR" altLang="en-US" smtClean="0"/>
              <a:t>2023-07-13</a:t>
            </a:fld>
            <a:endParaRPr lang="ko-KR" alt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F3AF0FC-A43F-4497-932E-A16C569F6F96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30680" y="1574800"/>
            <a:ext cx="329184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0160" y="1574800"/>
            <a:ext cx="329184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54976-AD44-45FD-ADE2-B1957ED5AD86}" type="datetimeFigureOut">
              <a:rPr lang="ko-KR" altLang="en-US" smtClean="0"/>
              <a:t>2023-07-13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AF0FC-A43F-4497-932E-A16C569F6F96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7632" y="1572768"/>
            <a:ext cx="3291840" cy="639762"/>
          </a:xfrm>
        </p:spPr>
        <p:txBody>
          <a:bodyPr anchor="b">
            <a:noAutofit/>
          </a:bodyPr>
          <a:lstStyle>
            <a:lvl1pPr marL="0" indent="0">
              <a:buNone/>
              <a:defRPr sz="1800" b="0" cap="all" spc="1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27632" y="2259366"/>
            <a:ext cx="3291840" cy="384048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3208" y="1572768"/>
            <a:ext cx="3291840" cy="639762"/>
          </a:xfrm>
        </p:spPr>
        <p:txBody>
          <a:bodyPr anchor="b">
            <a:noAutofit/>
          </a:bodyPr>
          <a:lstStyle>
            <a:lvl1pPr marL="0" indent="0">
              <a:buNone/>
              <a:defRPr lang="en-US" sz="1800" b="0" kern="1200" cap="all" spc="100" baseline="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</a:pPr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3208" y="2259366"/>
            <a:ext cx="3291840" cy="384048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54976-AD44-45FD-ADE2-B1957ED5AD86}" type="datetimeFigureOut">
              <a:rPr lang="ko-KR" altLang="en-US" smtClean="0"/>
              <a:t>2023-07-13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AF0FC-A43F-4497-932E-A16C569F6F96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54976-AD44-45FD-ADE2-B1957ED5AD86}" type="datetimeFigureOut">
              <a:rPr lang="ko-KR" altLang="en-US" smtClean="0"/>
              <a:t>2023-07-13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AF0FC-A43F-4497-932E-A16C569F6F96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54976-AD44-45FD-ADE2-B1957ED5AD86}" type="datetimeFigureOut">
              <a:rPr lang="ko-KR" altLang="en-US" smtClean="0"/>
              <a:t>2023-07-13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AF0FC-A43F-4497-932E-A16C569F6F96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600200"/>
            <a:ext cx="5111750" cy="44805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600200"/>
            <a:ext cx="3008313" cy="448056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54976-AD44-45FD-ADE2-B1957ED5AD86}" type="datetimeFigureOut">
              <a:rPr lang="ko-KR" altLang="en-US" smtClean="0"/>
              <a:t>2023-07-13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AF0FC-A43F-4497-932E-A16C569F6F96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9001124" y="4846320"/>
            <a:ext cx="142876" cy="20116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-1" y="0"/>
            <a:ext cx="9000877" cy="4846320"/>
          </a:xfrm>
          <a:solidFill>
            <a:schemeClr val="bg1">
              <a:lumMod val="7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5715000"/>
            <a:ext cx="8153400" cy="457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54976-AD44-45FD-ADE2-B1957ED5AD86}" type="datetimeFigureOut">
              <a:rPr lang="ko-KR" altLang="en-US" smtClean="0"/>
              <a:t>2023-07-13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F3AF0FC-A43F-4497-932E-A16C569F6F96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457200" y="4953000"/>
            <a:ext cx="8153400" cy="76200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9001124" y="0"/>
            <a:ext cx="142876" cy="48463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54976-AD44-45FD-ADE2-B1957ED5AD86}" type="datetimeFigureOut">
              <a:rPr lang="ko-KR" altLang="en-US" smtClean="0"/>
              <a:t>2023-07-13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AF0FC-A43F-4497-932E-A16C569F6F96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54976-AD44-45FD-ADE2-B1957ED5AD86}" type="datetimeFigureOut">
              <a:rPr lang="ko-KR" altLang="en-US" smtClean="0"/>
              <a:t>2023-07-13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AF0FC-A43F-4497-932E-A16C569F6F96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5791200" cy="1371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52600"/>
            <a:ext cx="7620000" cy="4373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172201"/>
            <a:ext cx="3429000" cy="304800"/>
          </a:xfrm>
          <a:prstGeom prst="rect">
            <a:avLst/>
          </a:prstGeom>
        </p:spPr>
        <p:txBody>
          <a:bodyPr vert="horz" lIns="91440" tIns="45720" rIns="91440" bIns="0" rtlCol="0" anchor="b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52654976-AD44-45FD-ADE2-B1957ED5AD86}" type="datetimeFigureOut">
              <a:rPr lang="ko-KR" altLang="en-US" smtClean="0"/>
              <a:t>2023-07-13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6492875"/>
            <a:ext cx="3429000" cy="28384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 rot="16200000">
            <a:off x="8227377" y="5885497"/>
            <a:ext cx="13157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1">
                <a:solidFill>
                  <a:schemeClr val="tx2"/>
                </a:solidFill>
              </a:defRPr>
            </a:lvl1pPr>
          </a:lstStyle>
          <a:p>
            <a:fld id="{0F3AF0FC-A43F-4497-932E-A16C569F6F96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Rectangle 6"/>
          <p:cNvSpPr/>
          <p:nvPr/>
        </p:nvSpPr>
        <p:spPr>
          <a:xfrm>
            <a:off x="9001124" y="0"/>
            <a:ext cx="142876" cy="1371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001124" y="1371600"/>
            <a:ext cx="142876" cy="5486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25" r:id="rId1"/>
    <p:sldLayoutId id="2147483926" r:id="rId2"/>
    <p:sldLayoutId id="2147483927" r:id="rId3"/>
    <p:sldLayoutId id="2147483928" r:id="rId4"/>
    <p:sldLayoutId id="2147483929" r:id="rId5"/>
    <p:sldLayoutId id="2147483930" r:id="rId6"/>
    <p:sldLayoutId id="2147483931" r:id="rId7"/>
    <p:sldLayoutId id="2147483932" r:id="rId8"/>
    <p:sldLayoutId id="2147483933" r:id="rId9"/>
    <p:sldLayoutId id="2147483934" r:id="rId10"/>
    <p:sldLayoutId id="2147483935" r:id="rId11"/>
  </p:sldLayoutIdLst>
  <p:txStyles>
    <p:titleStyle>
      <a:lvl1pPr algn="l" defTabSz="914400" rtl="0" eaLnBrk="1" latinLnBrk="1" hangingPunct="1">
        <a:spcBef>
          <a:spcPct val="0"/>
        </a:spcBef>
        <a:buNone/>
        <a:defRPr sz="3600" kern="1200" cap="all" spc="-6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1" hangingPunct="1">
        <a:spcBef>
          <a:spcPct val="20000"/>
        </a:spcBef>
        <a:spcAft>
          <a:spcPts val="600"/>
        </a:spcAft>
        <a:buFont typeface="Arial" pitchFamily="34" charset="0"/>
        <a:buNone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1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youtube.com/shorts/Ij2iAiO8z7Y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/iwYhsvYbtvI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microsoft.com/office/2018/10/relationships/comments" Target="../comments/modernComment_105_28E84C5E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microsoft.com/office/2018/10/relationships/comments" Target="../comments/modernComment_10C_BEE75CE7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microsoft.com/office/2018/10/relationships/comments" Target="../comments/modernComment_10E_86B6636D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microsoft.com/office/2018/10/relationships/comments" Target="../comments/modernComment_10F_9EEA0F5B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microsoft.com/office/2018/10/relationships/comments" Target="../comments/modernComment_110_EF66343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microsoft.com/office/2018/10/relationships/comments" Target="../comments/modernComment_111_FDB3821E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err="1">
                <a:ea typeface="HY견고딕"/>
              </a:rPr>
              <a:t>앱인벤터로</a:t>
            </a:r>
            <a:r>
              <a:rPr lang="ko-KR" altLang="en-US">
                <a:ea typeface="HY견고딕"/>
              </a:rPr>
              <a:t> 앱 </a:t>
            </a:r>
            <a:r>
              <a:rPr lang="ko-KR" altLang="en-US" dirty="0">
                <a:ea typeface="HY견고딕"/>
              </a:rPr>
              <a:t>만들기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 altLang="ko-KR" dirty="0">
                <a:solidFill>
                  <a:schemeClr val="tx1"/>
                </a:solidFill>
                <a:latin typeface="마루 부리 굵은" panose="020B0600000101010101" pitchFamily="50" charset="-127"/>
                <a:ea typeface="마루 부리 굵은"/>
              </a:rPr>
              <a:t>kosta265</a:t>
            </a:r>
            <a:r>
              <a:rPr lang="ko-KR" altLang="en-US" dirty="0">
                <a:solidFill>
                  <a:schemeClr val="tx1"/>
                </a:solidFill>
                <a:latin typeface="마루 부리 굵은" panose="020B0600000101010101" pitchFamily="50" charset="-127"/>
                <a:ea typeface="마루 부리 굵은"/>
              </a:rPr>
              <a:t>기 김기성</a:t>
            </a:r>
          </a:p>
        </p:txBody>
      </p:sp>
    </p:spTree>
    <p:extLst>
      <p:ext uri="{BB962C8B-B14F-4D97-AF65-F5344CB8AC3E}">
        <p14:creationId xmlns:p14="http://schemas.microsoft.com/office/powerpoint/2010/main" val="26324767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Word Wars - concepts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267744" y="1700808"/>
            <a:ext cx="6264696" cy="4425355"/>
          </a:xfrm>
        </p:spPr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sz="24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1. </a:t>
            </a:r>
            <a:r>
              <a:rPr lang="ko-KR" altLang="en-US" sz="2400" dirty="0" err="1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영단어를</a:t>
            </a:r>
            <a:r>
              <a:rPr lang="ko-KR" altLang="en-US" sz="24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 친숙하게 </a:t>
            </a:r>
            <a:r>
              <a:rPr lang="ko-KR" altLang="en-US" sz="2400" dirty="0" err="1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게임하듯이</a:t>
            </a:r>
            <a:r>
              <a:rPr lang="ko-KR" altLang="en-US" sz="24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 공부할 수 있는 </a:t>
            </a:r>
            <a:r>
              <a:rPr lang="ko-KR" altLang="en-US" sz="2400" dirty="0" err="1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앱을</a:t>
            </a:r>
            <a:r>
              <a:rPr lang="ko-KR" altLang="en-US" sz="24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 만들고자 하였습니다</a:t>
            </a:r>
            <a:r>
              <a:rPr lang="en-US" altLang="ko-KR" sz="24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.</a:t>
            </a:r>
          </a:p>
          <a:p>
            <a:endParaRPr lang="en-US" altLang="ko-KR" sz="2400" dirty="0"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  <a:p>
            <a:endParaRPr lang="en-US" altLang="ko-KR" sz="2400" dirty="0"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  <a:p>
            <a:r>
              <a:rPr lang="en-US" altLang="ko-KR" sz="24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2. </a:t>
            </a:r>
            <a:r>
              <a:rPr lang="ko-KR" altLang="en-US" sz="24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영문자가 </a:t>
            </a:r>
            <a:r>
              <a:rPr lang="ko-KR" altLang="en-US" sz="2400" dirty="0" err="1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랜덤한</a:t>
            </a:r>
            <a:r>
              <a:rPr lang="ko-KR" altLang="en-US" sz="24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 위치로 움직이고</a:t>
            </a:r>
            <a:r>
              <a:rPr lang="en-US" altLang="ko-KR" sz="24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, </a:t>
            </a:r>
            <a:r>
              <a:rPr lang="ko-KR" altLang="en-US" sz="24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영문자를 클릭하여 단어를 조합하게 만들었습니다</a:t>
            </a:r>
            <a:r>
              <a:rPr lang="en-US" altLang="ko-KR" sz="24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.</a:t>
            </a:r>
          </a:p>
          <a:p>
            <a:endParaRPr lang="ko-KR" altLang="en-US" dirty="0">
              <a:latin typeface="마루 부리 굵은" panose="020B0600000101010101" pitchFamily="50" charset="-127"/>
              <a:ea typeface="마루 부리 굵은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237583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실행화면 </a:t>
            </a:r>
            <a:r>
              <a:rPr lang="en-US" altLang="ko-KR" dirty="0"/>
              <a:t>- </a:t>
            </a:r>
            <a:r>
              <a:rPr lang="ko-KR" altLang="en-US" dirty="0"/>
              <a:t>단어추가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>
                <a:hlinkClick r:id="rId2"/>
              </a:rPr>
              <a:t>https://youtube.com/shorts/Ij2iAiO8z7Y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335065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실행화면 </a:t>
            </a:r>
            <a:r>
              <a:rPr lang="en-US" altLang="ko-KR" dirty="0"/>
              <a:t>- </a:t>
            </a:r>
            <a:r>
              <a:rPr lang="ko-KR" altLang="en-US" dirty="0"/>
              <a:t>게임시작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>
                <a:hlinkClick r:id="rId2"/>
              </a:rPr>
              <a:t>Screen Recording 20230713 172008 - YouTube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182618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screen1</a:t>
            </a:r>
            <a:endParaRPr lang="ko-KR" altLang="en-US" dirty="0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8024" y="1268760"/>
            <a:ext cx="2914662" cy="4525963"/>
          </a:xfrm>
        </p:spPr>
      </p:pic>
    </p:spTree>
    <p:extLst>
      <p:ext uri="{BB962C8B-B14F-4D97-AF65-F5344CB8AC3E}">
        <p14:creationId xmlns:p14="http://schemas.microsoft.com/office/powerpoint/2010/main" val="17059176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7" name="내용 개체 틀 6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1268760"/>
            <a:ext cx="8496891" cy="4615355"/>
          </a:xfrm>
        </p:spPr>
      </p:pic>
    </p:spTree>
    <p:extLst>
      <p:ext uri="{BB962C8B-B14F-4D97-AF65-F5344CB8AC3E}">
        <p14:creationId xmlns:p14="http://schemas.microsoft.com/office/powerpoint/2010/main" val="22321598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screen3</a:t>
            </a:r>
            <a:endParaRPr lang="ko-KR" altLang="en-US" dirty="0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0032" y="1316530"/>
            <a:ext cx="2856927" cy="4766226"/>
          </a:xfrm>
        </p:spPr>
      </p:pic>
    </p:spTree>
    <p:extLst>
      <p:ext uri="{BB962C8B-B14F-4D97-AF65-F5344CB8AC3E}">
        <p14:creationId xmlns:p14="http://schemas.microsoft.com/office/powerpoint/2010/main" val="34771862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6" name="내용 개체 틀 5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1700808"/>
            <a:ext cx="8740952" cy="2952328"/>
          </a:xfrm>
        </p:spPr>
      </p:pic>
    </p:spTree>
    <p:extLst>
      <p:ext uri="{BB962C8B-B14F-4D97-AF65-F5344CB8AC3E}">
        <p14:creationId xmlns:p14="http://schemas.microsoft.com/office/powerpoint/2010/main" val="68631254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6" name="내용 개체 틀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592" y="476672"/>
            <a:ext cx="7605681" cy="5381144"/>
          </a:xfr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FAE6086B-E3A6-C35E-590D-D4FF0AC9989D}"/>
              </a:ext>
            </a:extLst>
          </p:cNvPr>
          <p:cNvSpPr/>
          <p:nvPr/>
        </p:nvSpPr>
        <p:spPr>
          <a:xfrm>
            <a:off x="1115616" y="3501008"/>
            <a:ext cx="1728192" cy="31399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모두제거 버튼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AB34AFB-4326-3047-C3EF-23AACC40130E}"/>
              </a:ext>
            </a:extLst>
          </p:cNvPr>
          <p:cNvSpPr/>
          <p:nvPr/>
        </p:nvSpPr>
        <p:spPr>
          <a:xfrm>
            <a:off x="1159747" y="319673"/>
            <a:ext cx="1728192" cy="31399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단어추가 버튼</a:t>
            </a:r>
          </a:p>
        </p:txBody>
      </p:sp>
    </p:spTree>
    <p:extLst>
      <p:ext uri="{BB962C8B-B14F-4D97-AF65-F5344CB8AC3E}">
        <p14:creationId xmlns:p14="http://schemas.microsoft.com/office/powerpoint/2010/main" val="7580508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screen2</a:t>
            </a:r>
            <a:endParaRPr lang="ko-KR" altLang="en-US" dirty="0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6096" y="1412776"/>
            <a:ext cx="2837377" cy="4525963"/>
          </a:xfrm>
        </p:spPr>
      </p:pic>
      <p:sp>
        <p:nvSpPr>
          <p:cNvPr id="6" name="내용 개체 틀 5"/>
          <p:cNvSpPr>
            <a:spLocks noGrp="1"/>
          </p:cNvSpPr>
          <p:nvPr>
            <p:ph sz="half" idx="2"/>
          </p:nvPr>
        </p:nvSpPr>
        <p:spPr>
          <a:xfrm>
            <a:off x="395536" y="1628800"/>
            <a:ext cx="4752528" cy="4525963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ko-KR" altLang="en-US" dirty="0">
                <a:latin typeface="마루 부리 굵은" panose="020B0600000101010101" pitchFamily="50" charset="-127"/>
                <a:ea typeface="마루 부리 굵은"/>
              </a:rPr>
              <a:t>글자가 움직이고</a:t>
            </a:r>
            <a:endParaRPr lang="en-US" altLang="ko-KR" dirty="0">
              <a:latin typeface="마루 부리 굵은" panose="020B0600000101010101" pitchFamily="50" charset="-127"/>
              <a:ea typeface="마루 부리 굵은"/>
            </a:endParaRPr>
          </a:p>
          <a:p>
            <a:endParaRPr lang="en-US" altLang="ko-KR" dirty="0">
              <a:latin typeface="마루 부리 굵은" panose="020B0600000101010101" pitchFamily="50" charset="-127"/>
              <a:ea typeface="마루 부리 굵은"/>
            </a:endParaRPr>
          </a:p>
          <a:p>
            <a:r>
              <a:rPr lang="ko-KR" altLang="en-US" dirty="0">
                <a:latin typeface="마루 부리 굵은" panose="020B0600000101010101" pitchFamily="50" charset="-127"/>
                <a:ea typeface="마루 부리 굵은"/>
              </a:rPr>
              <a:t>영문자를 클릭하여 레이블</a:t>
            </a:r>
            <a:r>
              <a:rPr lang="en-US" altLang="ko-KR" dirty="0">
                <a:latin typeface="마루 부리 굵은" panose="020B0600000101010101" pitchFamily="50" charset="-127"/>
                <a:ea typeface="마루 부리 굵은"/>
              </a:rPr>
              <a:t>2</a:t>
            </a:r>
            <a:r>
              <a:rPr lang="ko-KR" altLang="en-US" dirty="0">
                <a:latin typeface="마루 부리 굵은" panose="020B0600000101010101" pitchFamily="50" charset="-127"/>
                <a:ea typeface="마루 부리 굵은"/>
              </a:rPr>
              <a:t>에 나타나게</a:t>
            </a:r>
            <a:endParaRPr lang="en-US" altLang="ko-KR" dirty="0">
              <a:latin typeface="마루 부리 굵은" panose="020B0600000101010101" pitchFamily="50" charset="-127"/>
              <a:ea typeface="마루 부리 굵은"/>
            </a:endParaRPr>
          </a:p>
          <a:p>
            <a:endParaRPr lang="ko-KR" altLang="en-US" dirty="0">
              <a:latin typeface="마루 부리 굵은" panose="020B0600000101010101" pitchFamily="50" charset="-127"/>
              <a:ea typeface="마루 부리 굵은"/>
            </a:endParaRPr>
          </a:p>
          <a:p>
            <a:r>
              <a:rPr lang="ko-KR" altLang="en-US" dirty="0">
                <a:latin typeface="마루 부리 굵은" panose="020B0600000101010101" pitchFamily="50" charset="-127"/>
                <a:ea typeface="마루 부리 굵은"/>
              </a:rPr>
              <a:t>확인을 눌러 단어 일치여부 확인해야</a:t>
            </a:r>
            <a:endParaRPr lang="en-US" altLang="ko-KR" dirty="0">
              <a:latin typeface="마루 부리 굵은" panose="020B0600000101010101" pitchFamily="50" charset="-127"/>
              <a:ea typeface="마루 부리 굵은"/>
            </a:endParaRPr>
          </a:p>
          <a:p>
            <a:endParaRPr lang="ko-KR" altLang="en-US" dirty="0">
              <a:latin typeface="마루 부리 굵은" panose="020B0600000101010101" pitchFamily="50" charset="-127"/>
              <a:ea typeface="마루 부리 굵은"/>
            </a:endParaRPr>
          </a:p>
          <a:p>
            <a:r>
              <a:rPr lang="ko-KR" altLang="en-US" dirty="0">
                <a:latin typeface="마루 부리 굵은" panose="020B0600000101010101" pitchFamily="50" charset="-127"/>
                <a:ea typeface="마루 부리 굵은"/>
              </a:rPr>
              <a:t>단어가 일치하지 않을 때마다 하트가 하나씩 사라져야 </a:t>
            </a:r>
            <a:endParaRPr lang="en-US" altLang="ko-KR" dirty="0">
              <a:latin typeface="마루 부리 굵은" panose="020B0600000101010101" pitchFamily="50" charset="-127"/>
              <a:ea typeface="마루 부리 굵은"/>
            </a:endParaRPr>
          </a:p>
        </p:txBody>
      </p:sp>
    </p:spTree>
    <p:extLst>
      <p:ext uri="{BB962C8B-B14F-4D97-AF65-F5344CB8AC3E}">
        <p14:creationId xmlns:p14="http://schemas.microsoft.com/office/powerpoint/2010/main" val="3346778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글자 초기 위치 설정</a:t>
            </a:r>
          </a:p>
        </p:txBody>
      </p:sp>
      <p:pic>
        <p:nvPicPr>
          <p:cNvPr id="5" name="내용 개체 틀 4"/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3" y="1890194"/>
            <a:ext cx="8712968" cy="2953548"/>
          </a:xfrm>
        </p:spPr>
      </p:pic>
    </p:spTree>
    <p:extLst>
      <p:ext uri="{BB962C8B-B14F-4D97-AF65-F5344CB8AC3E}">
        <p14:creationId xmlns:p14="http://schemas.microsoft.com/office/powerpoint/2010/main" val="320283363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글자가 움직이게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06666"/>
            <a:ext cx="8927976" cy="1926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009994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글자를 눌렸을 때</a:t>
            </a:r>
          </a:p>
        </p:txBody>
      </p:sp>
      <p:pic>
        <p:nvPicPr>
          <p:cNvPr id="5" name="내용 개체 틀 4"/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1556792"/>
            <a:ext cx="8619817" cy="3442505"/>
          </a:xfrm>
        </p:spPr>
      </p:pic>
    </p:spTree>
    <p:extLst>
      <p:ext uri="{BB962C8B-B14F-4D97-AF65-F5344CB8AC3E}">
        <p14:creationId xmlns:p14="http://schemas.microsoft.com/office/powerpoint/2010/main" val="266613948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DB173B-549B-7D04-2F93-E49DE8E4E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채점을 눌렀을 때</a:t>
            </a:r>
          </a:p>
        </p:txBody>
      </p:sp>
      <p:pic>
        <p:nvPicPr>
          <p:cNvPr id="3" name="내용 개체 틀 2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841" y="2346578"/>
            <a:ext cx="8844186" cy="3035836"/>
          </a:xfrm>
        </p:spPr>
      </p:pic>
    </p:spTree>
    <p:extLst>
      <p:ext uri="{BB962C8B-B14F-4D97-AF65-F5344CB8AC3E}">
        <p14:creationId xmlns:p14="http://schemas.microsoft.com/office/powerpoint/2010/main" val="401645265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내용 개체 틀 4"/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404664"/>
            <a:ext cx="8254512" cy="5760640"/>
          </a:xfrm>
        </p:spPr>
      </p:pic>
    </p:spTree>
    <p:extLst>
      <p:ext uri="{BB962C8B-B14F-4D97-AF65-F5344CB8AC3E}">
        <p14:creationId xmlns:p14="http://schemas.microsoft.com/office/powerpoint/2010/main" val="425639990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F24053-0360-4590-F51F-A8505A4E0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이상입니다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9F40B4A-1AED-AAFF-E02C-A49DFB57AF2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C2F7C1A-DD18-E06B-525F-2AC93552372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251979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필수">
  <a:themeElements>
    <a:clrScheme name="필수">
      <a:dk1>
        <a:srgbClr val="000000"/>
      </a:dk1>
      <a:lt1>
        <a:srgbClr val="FFFFFF"/>
      </a:lt1>
      <a:dk2>
        <a:srgbClr val="D1282E"/>
      </a:dk2>
      <a:lt2>
        <a:srgbClr val="C8C8B1"/>
      </a:lt2>
      <a:accent1>
        <a:srgbClr val="7A7A7A"/>
      </a:accent1>
      <a:accent2>
        <a:srgbClr val="F5C201"/>
      </a:accent2>
      <a:accent3>
        <a:srgbClr val="526DB0"/>
      </a:accent3>
      <a:accent4>
        <a:srgbClr val="989AAC"/>
      </a:accent4>
      <a:accent5>
        <a:srgbClr val="DC5924"/>
      </a:accent5>
      <a:accent6>
        <a:srgbClr val="B4B392"/>
      </a:accent6>
      <a:hlink>
        <a:srgbClr val="CC9900"/>
      </a:hlink>
      <a:folHlink>
        <a:srgbClr val="969696"/>
      </a:folHlink>
    </a:clrScheme>
    <a:fontScheme name="필수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필수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250000"/>
              </a:schemeClr>
            </a:gs>
            <a:gs pos="35000">
              <a:schemeClr val="phClr">
                <a:tint val="47000"/>
                <a:satMod val="275000"/>
              </a:schemeClr>
            </a:gs>
            <a:gs pos="100000">
              <a:schemeClr val="phClr">
                <a:tint val="25000"/>
                <a:satMod val="300000"/>
              </a:schemeClr>
            </a:gs>
          </a:gsLst>
          <a:lin ang="16200000" scaled="1"/>
        </a:gradFill>
        <a:solidFill>
          <a:schemeClr val="phClr">
            <a:satMod val="110000"/>
          </a:schemeClr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4127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9999" dist="23000" algn="bl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38100" dist="19050" algn="bl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l"/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6000"/>
              </a:schemeClr>
              <a:schemeClr val="phClr">
                <a:shade val="94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84000"/>
                <a:satMod val="110000"/>
              </a:schemeClr>
            </a:gs>
            <a:gs pos="44000">
              <a:schemeClr val="phClr">
                <a:tint val="93000"/>
                <a:satMod val="115000"/>
              </a:schemeClr>
            </a:gs>
            <a:gs pos="100000">
              <a:schemeClr val="phClr">
                <a:tint val="100000"/>
                <a:shade val="59000"/>
                <a:satMod val="120000"/>
              </a:schemeClr>
            </a:gs>
          </a:gsLst>
          <a:path path="circle">
            <a:fillToRect l="40000" t="60000" r="60000" b="4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Essential</Template>
  <TotalTime>243</TotalTime>
  <Words>98</Words>
  <Application>Microsoft Office PowerPoint</Application>
  <PresentationFormat>화면 슬라이드 쇼(4:3)</PresentationFormat>
  <Paragraphs>30</Paragraphs>
  <Slides>16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17" baseType="lpstr">
      <vt:lpstr>필수</vt:lpstr>
      <vt:lpstr>앱인벤터로 앱 만들기</vt:lpstr>
      <vt:lpstr>Word Wars - concepts</vt:lpstr>
      <vt:lpstr>실행화면 - 단어추가</vt:lpstr>
      <vt:lpstr>실행화면 - 게임시작</vt:lpstr>
      <vt:lpstr>screen1</vt:lpstr>
      <vt:lpstr>PowerPoint 프레젠테이션</vt:lpstr>
      <vt:lpstr>screen3</vt:lpstr>
      <vt:lpstr>PowerPoint 프레젠테이션</vt:lpstr>
      <vt:lpstr>PowerPoint 프레젠테이션</vt:lpstr>
      <vt:lpstr>screen2</vt:lpstr>
      <vt:lpstr>글자 초기 위치 설정</vt:lpstr>
      <vt:lpstr>글자가 움직이게</vt:lpstr>
      <vt:lpstr>글자를 눌렸을 때</vt:lpstr>
      <vt:lpstr>채점을 눌렀을 때</vt:lpstr>
      <vt:lpstr>PowerPoint 프레젠테이션</vt:lpstr>
      <vt:lpstr>이상입니다.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KOSTA</dc:creator>
  <cp:lastModifiedBy>김기성</cp:lastModifiedBy>
  <cp:revision>43</cp:revision>
  <dcterms:created xsi:type="dcterms:W3CDTF">2023-07-13T07:27:00Z</dcterms:created>
  <dcterms:modified xsi:type="dcterms:W3CDTF">2023-07-14T02:35:03Z</dcterms:modified>
</cp:coreProperties>
</file>